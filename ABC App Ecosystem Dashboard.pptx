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68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71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66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8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7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54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7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5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80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107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13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98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91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811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30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B632377-A234-4E24-9057-1057050676CC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E8178B-EAE2-4DDE-B838-177C0202F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1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243F-197C-94E6-A5D0-0C86A345B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737419"/>
            <a:ext cx="9719522" cy="2054942"/>
          </a:xfrm>
        </p:spPr>
        <p:txBody>
          <a:bodyPr/>
          <a:lstStyle/>
          <a:p>
            <a:r>
              <a:rPr lang="en-I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ABC App Ecosystem Dashboard</a:t>
            </a:r>
            <a:br>
              <a:rPr lang="en-IN" sz="48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4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51CB6-E0F3-84CF-C78D-E136D805A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2261420"/>
            <a:ext cx="10201303" cy="355927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Data Analytics &amp; Business Intelligence Project</a:t>
            </a:r>
          </a:p>
          <a:p>
            <a:endParaRPr lang="en-US" dirty="0"/>
          </a:p>
          <a:p>
            <a:r>
              <a:rPr lang="en-IN" sz="19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 Tools &amp; Technologies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 Excel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Modeling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Intelligence</a:t>
            </a:r>
          </a:p>
          <a:p>
            <a:endParaRPr lang="en-US" dirty="0"/>
          </a:p>
          <a:p>
            <a:endParaRPr lang="en-US" sz="4800" dirty="0">
              <a:solidFill>
                <a:srgbClr val="00B0F0"/>
              </a:solidFill>
            </a:endParaRP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71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3458-9074-A5BF-3005-48682502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08449"/>
            <a:ext cx="8761413" cy="2383912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F826-849A-5BCC-5243-1500B8F6E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61419"/>
            <a:ext cx="8825659" cy="3758381"/>
          </a:xfrm>
        </p:spPr>
        <p:txBody>
          <a:bodyPr>
            <a:normAutofit fontScale="70000" lnSpcReduction="20000"/>
          </a:bodyPr>
          <a:lstStyle/>
          <a:p>
            <a:r>
              <a:rPr lang="en-IN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behaviour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economy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 </a:t>
            </a:r>
          </a:p>
          <a:p>
            <a:endParaRPr lang="en-IN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 Charging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Cafe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Zone </a:t>
            </a:r>
          </a:p>
          <a:p>
            <a:pPr marL="0" indent="0">
              <a:buNone/>
            </a:pPr>
            <a:br>
              <a:rPr lang="en-IN" b="1" i="1" dirty="0"/>
            </a:br>
            <a:endParaRPr lang="en-IN" b="1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14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F3C9-6AB4-C4A9-72FE-28EE77E5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1238590"/>
          </a:xfrm>
        </p:spPr>
        <p:txBody>
          <a:bodyPr/>
          <a:lstStyle/>
          <a:p>
            <a:r>
              <a:rPr lang="en-IN" b="1" dirty="0"/>
              <a:t> Dashboard Contains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869F-A62F-3422-3F89-ED1577518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Insights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Insights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Economy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33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FD22-8068-CACD-163D-DA88AF20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Questions &amp;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E90DC-35EA-EE57-FF1E-D40541C83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70881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 Revenue Vertical → EV Charging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Most Valuable User Segment → Young Active Users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EV Charging &amp; Cafe Usage → Positive Correlation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Games &amp; Token Spending → High Engagement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Revenue/Engagement Loss → Token Leakage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 Expansion Opportunity → High-Engagement Cities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3146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6119-0EAE-558E-1CFD-EF0B15C5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Product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F80C-ED75-41E3-393E-06C771B51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639984"/>
          </a:xfrm>
        </p:spPr>
        <p:txBody>
          <a:bodyPr>
            <a:normAutofit fontScale="40000" lnSpcReduction="20000"/>
          </a:bodyPr>
          <a:lstStyle/>
          <a:p>
            <a:r>
              <a:rPr lang="en-IN" sz="5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Energeia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 charging usage trends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hours &amp; locations </a:t>
            </a:r>
          </a:p>
          <a:p>
            <a:r>
              <a:rPr lang="en-IN" sz="5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Cafe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High-margin products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outlet format </a:t>
            </a:r>
          </a:p>
          <a:p>
            <a:r>
              <a:rPr lang="en-IN" sz="5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Zone</a:t>
            </a:r>
            <a:endParaRPr lang="en-IN" sz="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engagement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 economy sustainability </a:t>
            </a:r>
          </a:p>
          <a:p>
            <a:pPr marL="0" indent="0">
              <a:buNone/>
            </a:pPr>
            <a:b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97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0C9F-2327-9418-77FE-447F781B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Additional Features for ABC APP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2749-E5C4-5D9E-6BAA-7524E68F9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222090"/>
            <a:ext cx="13224388" cy="4635910"/>
          </a:xfrm>
        </p:spPr>
        <p:txBody>
          <a:bodyPr numCol="3">
            <a:no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Heatmap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Nearby stations &amp; cafes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Crowd and waiting status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convenience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Engagement Risk Detector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inactive users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Sends offers &amp; reminders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retention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Wellness &amp; Beauty Booking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Salon booking during charging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booking &amp; rewards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 user experience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4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8636-9CE2-7061-A83E-7B242D8F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C8522-7772-A156-B07C-0357E2F43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The dashboard helps analyze: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Users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Revenue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Tokens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Product performance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to support better business decisions.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Live Dashboard: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0048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91</TotalTime>
  <Words>204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Wingdings</vt:lpstr>
      <vt:lpstr>Wingdings 3</vt:lpstr>
      <vt:lpstr>Ion Boardroom</vt:lpstr>
      <vt:lpstr>ABC App Ecosystem Dashboard </vt:lpstr>
      <vt:lpstr>Project Objective </vt:lpstr>
      <vt:lpstr> Dashboard Contains </vt:lpstr>
      <vt:lpstr>Business Questions &amp; Insights </vt:lpstr>
      <vt:lpstr>Product Analysis</vt:lpstr>
      <vt:lpstr>Additional Features for ABC APP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Kale</dc:creator>
  <cp:lastModifiedBy>Khushi Kale</cp:lastModifiedBy>
  <cp:revision>4</cp:revision>
  <dcterms:created xsi:type="dcterms:W3CDTF">2026-05-08T07:13:34Z</dcterms:created>
  <dcterms:modified xsi:type="dcterms:W3CDTF">2026-05-08T09:52:40Z</dcterms:modified>
</cp:coreProperties>
</file>